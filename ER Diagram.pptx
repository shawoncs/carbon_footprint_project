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C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-918" y="-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A4906-3CB1-4E8D-A570-4595E954E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64BDDD-09B1-4F81-81AC-37EF563672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DA515-C3FA-4AA8-BE08-7EAAB439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E9AF5-0672-443C-B57C-7B31080AA19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AEFDD-F60C-4303-AB2C-AFCB76172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F3B47-0AB6-47AB-8285-777C3F63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002E-284C-44C8-833B-1C920E3EB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59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DCFAB-545E-4197-930B-54880E102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36C87-73ED-4815-8FD6-EBA7F85A8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A04C5-EBD7-48EF-8AF9-EC7409CE6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E9AF5-0672-443C-B57C-7B31080AA19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67D78-4F97-4A91-8448-4C22F6A2F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0DEEC-C071-4FB4-94FB-8EA6D2AA4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002E-284C-44C8-833B-1C920E3EB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6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FA53-05F2-4C4D-A4E1-2C2045255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68854-6DB8-4E1E-9421-3A5E54A86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889C2-BAE9-4E3C-BB47-994E024B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E9AF5-0672-443C-B57C-7B31080AA19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417AA-6C6F-4418-B969-2E10C9BC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BECD2-7A06-4CCB-BADF-E99AD5499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002E-284C-44C8-833B-1C920E3EB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129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09F4B-763A-4943-8945-1B1485B61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8D30E-D607-440E-8E65-80BD2BF2BC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7BF82-7F5D-49F9-9EDF-E46E78B8D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5EA07-EEB3-46B0-AD73-982B39C62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E9AF5-0672-443C-B57C-7B31080AA19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30F34-5418-40C1-8685-817B941C8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4B89D-60EF-4FCB-90A8-1C8A016CC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002E-284C-44C8-833B-1C920E3EB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42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7D560-1B89-41AD-9821-641ED7DE1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3F26A-2CA7-4E2F-A5E8-474FBEC9B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1CF954-05AC-4DF4-A497-88301C2F7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FE44AA-CB2B-46B7-89BF-F567F038E3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9C2607-7AA8-46AB-BBAC-5986C0518B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D7097-083C-4BF1-97F7-49ABE4E4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E9AF5-0672-443C-B57C-7B31080AA19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F983A-5EEA-4749-BC6D-19A78B534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BBEC3B-2E89-4DA0-ACD8-0BC6F563E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002E-284C-44C8-833B-1C920E3EB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94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2AC65-50E5-4A22-A087-0D3634711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93800C-100D-41B2-9420-59F94DDF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E9AF5-0672-443C-B57C-7B31080AA19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0D4111-BD79-49CA-B83D-35B8996F5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FB3E6-457D-479D-90A0-0E0A65C46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002E-284C-44C8-833B-1C920E3EB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78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D9524-986E-48D5-AB9D-73B6BE087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E9AF5-0672-443C-B57C-7B31080AA19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C2F1EF-4EDA-4427-A122-8E38F4675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3EB9A-2216-4B18-AD06-81485B74F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002E-284C-44C8-833B-1C920E3EB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20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69B32-EA7F-4AD3-BD79-CB3F003FF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11699-3B26-481A-866F-5628EFCCF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71023F-B0F9-4908-9D5E-BF6D30A51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6EE20-3BD6-4D08-854C-EDE4A555E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E9AF5-0672-443C-B57C-7B31080AA19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828F7-BADE-4FE7-B645-51BC26D04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01979-AC7A-428F-9138-3841BAA6D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002E-284C-44C8-833B-1C920E3EB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842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4D2E-7FB9-4AB1-9945-EB92B026A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125F92-7146-4067-932A-F8B2088BCC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241114-AD72-45BC-B25F-7AC312217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B6E8D-BCAE-41B4-8EAA-2E66F38E3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E9AF5-0672-443C-B57C-7B31080AA19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BAC20-F563-4876-B07E-29ED97964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7370A-99D8-45C9-B3A2-FDC7A127E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002E-284C-44C8-833B-1C920E3EB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69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FD2D4-AFBA-4F62-9EB0-0193EAE41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394C5-047B-4603-A728-DEC08DE3B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022FC-6296-4D7B-9604-6550881C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E9AF5-0672-443C-B57C-7B31080AA19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5072D-2ECE-483D-A071-A7893A74E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D5364-E6BF-4207-8848-A4F59D68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002E-284C-44C8-833B-1C920E3EB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01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832186-3F0D-488F-9C06-BED4F5245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9F72D-ECE5-460A-83DF-D43853A7B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BCEDD-5BCC-4018-83A7-7D8BDE8AE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E9AF5-0672-443C-B57C-7B31080AA19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AE714-BDD9-4A25-81E9-1F9F98B75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5D694-F2E2-4D6E-AC81-ED6F0E685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0002E-284C-44C8-833B-1C920E3EB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85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84970B-98B6-490C-9153-59D2EE4A1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32E50-3767-4680-BC1C-9A7BF4D6A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F7376-FE71-4329-91B8-D68C8C8C0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E9AF5-0672-443C-B57C-7B31080AA192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E44B8-35FB-4FD0-A280-40C18CCE1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C555A-0C42-43E7-B602-232558655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0002E-284C-44C8-833B-1C920E3EB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6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524390-F2EC-48D7-BAB8-804117341580}"/>
              </a:ext>
            </a:extLst>
          </p:cNvPr>
          <p:cNvSpPr/>
          <p:nvPr/>
        </p:nvSpPr>
        <p:spPr>
          <a:xfrm>
            <a:off x="3015358" y="2622181"/>
            <a:ext cx="1038342" cy="120689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User</a:t>
            </a:r>
          </a:p>
          <a:p>
            <a:pPr algn="ctr"/>
            <a:r>
              <a:rPr lang="en-US" sz="1200" dirty="0" err="1"/>
              <a:t>User_id</a:t>
            </a:r>
            <a:endParaRPr lang="en-US" sz="1200" dirty="0"/>
          </a:p>
          <a:p>
            <a:pPr algn="ctr"/>
            <a:r>
              <a:rPr lang="en-US" sz="1200" dirty="0"/>
              <a:t>Name</a:t>
            </a:r>
          </a:p>
          <a:p>
            <a:pPr algn="ctr"/>
            <a:r>
              <a:rPr lang="en-US" sz="1200" dirty="0"/>
              <a:t>Email</a:t>
            </a:r>
          </a:p>
          <a:p>
            <a:pPr algn="ctr"/>
            <a:r>
              <a:rPr lang="en-US" sz="1200" dirty="0"/>
              <a:t>Location</a:t>
            </a:r>
          </a:p>
          <a:p>
            <a:pPr algn="ctr"/>
            <a:r>
              <a:rPr lang="en-US" sz="1200" dirty="0" err="1"/>
              <a:t>Join_date</a:t>
            </a: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5594A5-3056-423C-B340-BF118E86BEEF}"/>
              </a:ext>
            </a:extLst>
          </p:cNvPr>
          <p:cNvSpPr/>
          <p:nvPr/>
        </p:nvSpPr>
        <p:spPr>
          <a:xfrm>
            <a:off x="9813646" y="3473758"/>
            <a:ext cx="1321885" cy="9144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Categories</a:t>
            </a:r>
          </a:p>
          <a:p>
            <a:pPr algn="ctr"/>
            <a:r>
              <a:rPr lang="en-US" sz="1200" dirty="0" err="1"/>
              <a:t>Category_id</a:t>
            </a:r>
            <a:endParaRPr lang="en-US" sz="1200" dirty="0"/>
          </a:p>
          <a:p>
            <a:pPr algn="ctr"/>
            <a:r>
              <a:rPr lang="en-US" sz="1200" dirty="0"/>
              <a:t>Category _name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229028-64B8-4DEE-B888-6F3FF37FA4D6}"/>
              </a:ext>
            </a:extLst>
          </p:cNvPr>
          <p:cNvSpPr/>
          <p:nvPr/>
        </p:nvSpPr>
        <p:spPr>
          <a:xfrm>
            <a:off x="5954077" y="5657007"/>
            <a:ext cx="1240821" cy="98842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User_activity</a:t>
            </a:r>
            <a:endParaRPr lang="en-US" sz="1400" b="1" dirty="0"/>
          </a:p>
          <a:p>
            <a:pPr algn="ctr"/>
            <a:r>
              <a:rPr lang="en-US" sz="1200" dirty="0" err="1"/>
              <a:t>Log_id</a:t>
            </a:r>
            <a:endParaRPr lang="en-US" sz="1200" dirty="0"/>
          </a:p>
          <a:p>
            <a:pPr algn="ctr"/>
            <a:r>
              <a:rPr lang="en-US" sz="1200" dirty="0"/>
              <a:t>Quantity</a:t>
            </a:r>
          </a:p>
          <a:p>
            <a:pPr algn="ctr"/>
            <a:r>
              <a:rPr lang="en-US" sz="1200" dirty="0" err="1"/>
              <a:t>Activity_date</a:t>
            </a:r>
            <a:endParaRPr lang="en-US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061BE9-1F5A-4465-BF7B-203A6A20412F}"/>
              </a:ext>
            </a:extLst>
          </p:cNvPr>
          <p:cNvSpPr/>
          <p:nvPr/>
        </p:nvSpPr>
        <p:spPr>
          <a:xfrm>
            <a:off x="3332162" y="5714987"/>
            <a:ext cx="1331277" cy="97494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Emission_log</a:t>
            </a:r>
            <a:endParaRPr lang="en-US" sz="1400" b="1" dirty="0"/>
          </a:p>
          <a:p>
            <a:pPr algn="ctr"/>
            <a:r>
              <a:rPr lang="en-US" sz="1200" dirty="0"/>
              <a:t>Co2_emission</a:t>
            </a:r>
          </a:p>
          <a:p>
            <a:pPr algn="ctr"/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BF8746-FE66-454A-92CA-0E062B74C823}"/>
              </a:ext>
            </a:extLst>
          </p:cNvPr>
          <p:cNvSpPr/>
          <p:nvPr/>
        </p:nvSpPr>
        <p:spPr>
          <a:xfrm>
            <a:off x="6072376" y="3230639"/>
            <a:ext cx="1786690" cy="14220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Category _statistics</a:t>
            </a:r>
          </a:p>
          <a:p>
            <a:pPr algn="ctr"/>
            <a:r>
              <a:rPr lang="en-US" sz="1200" dirty="0" err="1"/>
              <a:t>Stat_id</a:t>
            </a:r>
            <a:endParaRPr lang="en-US" sz="1200" dirty="0"/>
          </a:p>
          <a:p>
            <a:pPr algn="ctr"/>
            <a:r>
              <a:rPr lang="en-US" sz="1200" dirty="0" err="1"/>
              <a:t>Avg_emission</a:t>
            </a:r>
            <a:endParaRPr lang="en-US" sz="1200" dirty="0"/>
          </a:p>
          <a:p>
            <a:pPr algn="ctr"/>
            <a:r>
              <a:rPr lang="en-US" sz="1200" dirty="0" err="1"/>
              <a:t>Tot_activity</a:t>
            </a:r>
            <a:r>
              <a:rPr lang="en-US" sz="1200" dirty="0"/>
              <a:t> _logged </a:t>
            </a:r>
          </a:p>
          <a:p>
            <a:pPr algn="ctr"/>
            <a:r>
              <a:rPr lang="en-US" sz="1200" dirty="0" err="1"/>
              <a:t>Last_updated</a:t>
            </a:r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632542-136B-4CB9-AE04-2780BE20E550}"/>
              </a:ext>
            </a:extLst>
          </p:cNvPr>
          <p:cNvSpPr/>
          <p:nvPr/>
        </p:nvSpPr>
        <p:spPr>
          <a:xfrm>
            <a:off x="10883642" y="5578397"/>
            <a:ext cx="1173873" cy="91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Activities </a:t>
            </a:r>
            <a:endParaRPr lang="en-US" sz="1200" b="1" dirty="0"/>
          </a:p>
          <a:p>
            <a:pPr algn="ctr"/>
            <a:r>
              <a:rPr lang="en-US" sz="1200" dirty="0"/>
              <a:t>Activity _id</a:t>
            </a:r>
          </a:p>
          <a:p>
            <a:pPr algn="ctr"/>
            <a:r>
              <a:rPr lang="en-US" sz="1200" dirty="0" err="1"/>
              <a:t>Activity_name</a:t>
            </a:r>
            <a:endParaRPr lang="en-US" sz="1200" dirty="0"/>
          </a:p>
          <a:p>
            <a:pPr algn="ctr"/>
            <a:r>
              <a:rPr lang="en-US" sz="1200" dirty="0" err="1"/>
              <a:t>Emission_factor</a:t>
            </a:r>
            <a:endParaRPr lang="en-US" sz="1200" dirty="0"/>
          </a:p>
          <a:p>
            <a:pPr algn="ctr"/>
            <a:r>
              <a:rPr lang="en-US" sz="1200" dirty="0"/>
              <a:t>unit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75AB05-F594-46CE-A911-62A3002050EB}"/>
              </a:ext>
            </a:extLst>
          </p:cNvPr>
          <p:cNvSpPr/>
          <p:nvPr/>
        </p:nvSpPr>
        <p:spPr>
          <a:xfrm>
            <a:off x="6022664" y="1882591"/>
            <a:ext cx="1300839" cy="10488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Donation</a:t>
            </a:r>
          </a:p>
          <a:p>
            <a:pPr algn="ctr"/>
            <a:r>
              <a:rPr lang="en-US" sz="1200" dirty="0" err="1"/>
              <a:t>Donation_id</a:t>
            </a:r>
            <a:endParaRPr lang="en-US" sz="1200" dirty="0"/>
          </a:p>
          <a:p>
            <a:pPr algn="ctr"/>
            <a:r>
              <a:rPr lang="en-US" sz="1200" dirty="0"/>
              <a:t>Amount</a:t>
            </a:r>
          </a:p>
          <a:p>
            <a:pPr algn="ctr"/>
            <a:r>
              <a:rPr lang="en-US" sz="1200" dirty="0" err="1"/>
              <a:t>Donation_date</a:t>
            </a:r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30E4A4-AE54-4B36-AFB1-EC09244AECB1}"/>
              </a:ext>
            </a:extLst>
          </p:cNvPr>
          <p:cNvSpPr/>
          <p:nvPr/>
        </p:nvSpPr>
        <p:spPr>
          <a:xfrm>
            <a:off x="818889" y="282384"/>
            <a:ext cx="1077146" cy="1284207"/>
          </a:xfrm>
          <a:prstGeom prst="rect">
            <a:avLst/>
          </a:prstGeom>
          <a:ln>
            <a:solidFill>
              <a:srgbClr val="C3C3C3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400" b="1" dirty="0"/>
              <a:t>Goals</a:t>
            </a:r>
          </a:p>
          <a:p>
            <a:pPr algn="ctr"/>
            <a:r>
              <a:rPr lang="en-US" sz="1200" dirty="0" err="1"/>
              <a:t>Goal_id</a:t>
            </a:r>
            <a:endParaRPr lang="en-US" sz="1200" dirty="0"/>
          </a:p>
          <a:p>
            <a:pPr algn="ctr"/>
            <a:r>
              <a:rPr lang="en-US" sz="1200" dirty="0" err="1"/>
              <a:t>Goal_name</a:t>
            </a:r>
            <a:endParaRPr lang="en-US" sz="1200" dirty="0"/>
          </a:p>
          <a:p>
            <a:pPr algn="ctr"/>
            <a:r>
              <a:rPr lang="en-US" sz="1200" dirty="0" err="1"/>
              <a:t>Target_value</a:t>
            </a:r>
            <a:endParaRPr lang="en-US" sz="1200" dirty="0"/>
          </a:p>
          <a:p>
            <a:pPr algn="ctr"/>
            <a:r>
              <a:rPr lang="en-US" sz="1200" dirty="0" err="1"/>
              <a:t>Start_date</a:t>
            </a:r>
            <a:endParaRPr lang="en-US" sz="1200" dirty="0"/>
          </a:p>
          <a:p>
            <a:pPr algn="ctr"/>
            <a:r>
              <a:rPr lang="en-US" sz="1200" dirty="0" err="1"/>
              <a:t>End_date</a:t>
            </a:r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47EE76-D3B8-48DE-AD6F-48171EA71BAA}"/>
              </a:ext>
            </a:extLst>
          </p:cNvPr>
          <p:cNvSpPr/>
          <p:nvPr/>
        </p:nvSpPr>
        <p:spPr>
          <a:xfrm>
            <a:off x="596159" y="5261173"/>
            <a:ext cx="1225435" cy="12068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Report</a:t>
            </a:r>
          </a:p>
          <a:p>
            <a:pPr algn="ctr"/>
            <a:r>
              <a:rPr lang="en-US" sz="1200" dirty="0" err="1"/>
              <a:t>Report_id</a:t>
            </a:r>
            <a:endParaRPr lang="en-US" sz="1200" dirty="0"/>
          </a:p>
          <a:p>
            <a:pPr algn="ctr"/>
            <a:r>
              <a:rPr lang="en-US" sz="1200" dirty="0" err="1"/>
              <a:t>Report_month</a:t>
            </a:r>
            <a:endParaRPr lang="en-US" sz="1200" dirty="0"/>
          </a:p>
          <a:p>
            <a:pPr algn="ctr"/>
            <a:r>
              <a:rPr lang="en-US" sz="1200" dirty="0" err="1"/>
              <a:t>Total_emission</a:t>
            </a:r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772EA2-347A-40F1-B838-CFB54387FF52}"/>
              </a:ext>
            </a:extLst>
          </p:cNvPr>
          <p:cNvSpPr/>
          <p:nvPr/>
        </p:nvSpPr>
        <p:spPr>
          <a:xfrm>
            <a:off x="3138513" y="141146"/>
            <a:ext cx="1254533" cy="75980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User_rewards</a:t>
            </a:r>
            <a:endParaRPr lang="en-US" sz="1400" b="1" dirty="0"/>
          </a:p>
          <a:p>
            <a:pPr algn="ctr"/>
            <a:r>
              <a:rPr lang="en-US" sz="1200" dirty="0" err="1"/>
              <a:t>User_reward_id</a:t>
            </a:r>
            <a:endParaRPr lang="en-US" sz="1200" dirty="0"/>
          </a:p>
          <a:p>
            <a:pPr algn="ctr"/>
            <a:r>
              <a:rPr lang="en-US" sz="1200" dirty="0" err="1"/>
              <a:t>Claim_date</a:t>
            </a:r>
            <a:endParaRPr lang="en-US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0E2F0B-FD1C-48D3-BEB2-02720F0B948D}"/>
              </a:ext>
            </a:extLst>
          </p:cNvPr>
          <p:cNvSpPr/>
          <p:nvPr/>
        </p:nvSpPr>
        <p:spPr>
          <a:xfrm>
            <a:off x="6807315" y="141146"/>
            <a:ext cx="1300841" cy="125064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Reward</a:t>
            </a:r>
          </a:p>
          <a:p>
            <a:pPr algn="ctr"/>
            <a:r>
              <a:rPr lang="en-US" sz="1200" dirty="0" err="1"/>
              <a:t>Reward_id</a:t>
            </a:r>
            <a:endParaRPr lang="en-US" sz="1200" dirty="0"/>
          </a:p>
          <a:p>
            <a:pPr algn="ctr"/>
            <a:r>
              <a:rPr lang="en-US" sz="1200" dirty="0" err="1"/>
              <a:t>Reward_name</a:t>
            </a:r>
            <a:endParaRPr lang="en-US" sz="1200" dirty="0"/>
          </a:p>
          <a:p>
            <a:pPr algn="ctr"/>
            <a:r>
              <a:rPr lang="en-US" sz="1200" dirty="0" err="1"/>
              <a:t>Points_required</a:t>
            </a:r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5121E0-A21C-4A4D-88F8-C0987C8F4FE7}"/>
              </a:ext>
            </a:extLst>
          </p:cNvPr>
          <p:cNvSpPr/>
          <p:nvPr/>
        </p:nvSpPr>
        <p:spPr>
          <a:xfrm>
            <a:off x="10847286" y="1035423"/>
            <a:ext cx="1159952" cy="914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Project</a:t>
            </a:r>
          </a:p>
          <a:p>
            <a:pPr algn="ctr"/>
            <a:r>
              <a:rPr lang="en-US" sz="1200" dirty="0" err="1"/>
              <a:t>Project_id</a:t>
            </a:r>
            <a:endParaRPr lang="en-US" sz="1200" dirty="0"/>
          </a:p>
          <a:p>
            <a:pPr algn="ctr"/>
            <a:r>
              <a:rPr lang="en-US" sz="1200" dirty="0" err="1"/>
              <a:t>Project_name</a:t>
            </a:r>
            <a:endParaRPr lang="en-US" sz="1200" dirty="0"/>
          </a:p>
          <a:p>
            <a:pPr algn="ctr"/>
            <a:r>
              <a:rPr lang="en-US" sz="1200" dirty="0"/>
              <a:t>Description </a:t>
            </a: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0C4C1411-8912-44D0-9943-786FCA708C87}"/>
              </a:ext>
            </a:extLst>
          </p:cNvPr>
          <p:cNvSpPr/>
          <p:nvPr/>
        </p:nvSpPr>
        <p:spPr>
          <a:xfrm>
            <a:off x="174804" y="2810448"/>
            <a:ext cx="1163595" cy="564763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Report_goals</a:t>
            </a:r>
            <a:endParaRPr lang="en-US" sz="1100" dirty="0"/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725AD180-4F3E-46EA-9A3F-EB6EC8966935}"/>
              </a:ext>
            </a:extLst>
          </p:cNvPr>
          <p:cNvSpPr/>
          <p:nvPr/>
        </p:nvSpPr>
        <p:spPr>
          <a:xfrm>
            <a:off x="1208833" y="4134969"/>
            <a:ext cx="1351487" cy="366446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User_</a:t>
            </a:r>
          </a:p>
          <a:p>
            <a:pPr algn="ctr"/>
            <a:r>
              <a:rPr lang="en-US" sz="1100" dirty="0"/>
              <a:t>reports</a:t>
            </a: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72689176-DCED-48B9-B8B5-FCF564D11A3E}"/>
              </a:ext>
            </a:extLst>
          </p:cNvPr>
          <p:cNvSpPr/>
          <p:nvPr/>
        </p:nvSpPr>
        <p:spPr>
          <a:xfrm>
            <a:off x="1347370" y="2272564"/>
            <a:ext cx="1077146" cy="537880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User_goals</a:t>
            </a:r>
            <a:endParaRPr lang="en-US" sz="1100" dirty="0"/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E936387E-8D5E-47BA-B19C-4AF05A94790D}"/>
              </a:ext>
            </a:extLst>
          </p:cNvPr>
          <p:cNvSpPr/>
          <p:nvPr/>
        </p:nvSpPr>
        <p:spPr>
          <a:xfrm>
            <a:off x="3251457" y="1411939"/>
            <a:ext cx="1038190" cy="591686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claim</a:t>
            </a:r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D60EB507-0DBD-4ECA-976E-65C6CB65F1F4}"/>
              </a:ext>
            </a:extLst>
          </p:cNvPr>
          <p:cNvSpPr/>
          <p:nvPr/>
        </p:nvSpPr>
        <p:spPr>
          <a:xfrm>
            <a:off x="5004962" y="181537"/>
            <a:ext cx="1289608" cy="589979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belong</a:t>
            </a:r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205A5AA1-FB66-4818-8A78-F1EA263E2AF0}"/>
              </a:ext>
            </a:extLst>
          </p:cNvPr>
          <p:cNvSpPr/>
          <p:nvPr/>
        </p:nvSpPr>
        <p:spPr>
          <a:xfrm>
            <a:off x="2833241" y="4824124"/>
            <a:ext cx="981626" cy="574867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has</a:t>
            </a:r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9C12BB86-BFCE-4DE8-AE47-F976B117AABF}"/>
              </a:ext>
            </a:extLst>
          </p:cNvPr>
          <p:cNvSpPr/>
          <p:nvPr/>
        </p:nvSpPr>
        <p:spPr>
          <a:xfrm>
            <a:off x="4365277" y="2259098"/>
            <a:ext cx="1284489" cy="531164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donates</a:t>
            </a: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04193971-C994-4725-A511-3FAF7E7FA4C9}"/>
              </a:ext>
            </a:extLst>
          </p:cNvPr>
          <p:cNvSpPr/>
          <p:nvPr/>
        </p:nvSpPr>
        <p:spPr>
          <a:xfrm>
            <a:off x="4115669" y="4303067"/>
            <a:ext cx="1069300" cy="561425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has</a:t>
            </a: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EE69797A-816E-4F54-B5CB-A5A71D92775F}"/>
              </a:ext>
            </a:extLst>
          </p:cNvPr>
          <p:cNvSpPr/>
          <p:nvPr/>
        </p:nvSpPr>
        <p:spPr>
          <a:xfrm>
            <a:off x="7826726" y="5526709"/>
            <a:ext cx="1180961" cy="470679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Logged </a:t>
            </a: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F25D572D-1013-41BD-934F-81881CAD630B}"/>
              </a:ext>
            </a:extLst>
          </p:cNvPr>
          <p:cNvSpPr/>
          <p:nvPr/>
        </p:nvSpPr>
        <p:spPr>
          <a:xfrm>
            <a:off x="9521488" y="4886661"/>
            <a:ext cx="1435814" cy="473905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Includes</a:t>
            </a:r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68692826-736F-4EB3-A9C7-4E35F837C84E}"/>
              </a:ext>
            </a:extLst>
          </p:cNvPr>
          <p:cNvSpPr/>
          <p:nvPr/>
        </p:nvSpPr>
        <p:spPr>
          <a:xfrm>
            <a:off x="8108156" y="3576923"/>
            <a:ext cx="1321885" cy="666485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Records </a:t>
            </a: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E0B4E133-8152-49BC-A989-ADBA3E3EAEE3}"/>
              </a:ext>
            </a:extLst>
          </p:cNvPr>
          <p:cNvSpPr/>
          <p:nvPr/>
        </p:nvSpPr>
        <p:spPr>
          <a:xfrm>
            <a:off x="8458244" y="876420"/>
            <a:ext cx="1345856" cy="562440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achieves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B1805D-B450-466A-B2C3-B811A48C6734}"/>
              </a:ext>
            </a:extLst>
          </p:cNvPr>
          <p:cNvSpPr/>
          <p:nvPr/>
        </p:nvSpPr>
        <p:spPr>
          <a:xfrm>
            <a:off x="7616563" y="1842286"/>
            <a:ext cx="1560079" cy="133121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Project _impact</a:t>
            </a:r>
          </a:p>
          <a:p>
            <a:pPr algn="ctr"/>
            <a:r>
              <a:rPr lang="en-US" sz="1200" dirty="0" err="1"/>
              <a:t>Impact_id</a:t>
            </a:r>
            <a:endParaRPr lang="en-US" sz="1200" dirty="0"/>
          </a:p>
          <a:p>
            <a:pPr algn="ctr"/>
            <a:r>
              <a:rPr lang="en-US" sz="1200" dirty="0" err="1"/>
              <a:t>Impact_description</a:t>
            </a:r>
            <a:endParaRPr lang="en-US" sz="1200" dirty="0"/>
          </a:p>
          <a:p>
            <a:pPr algn="ctr"/>
            <a:r>
              <a:rPr lang="en-US" sz="1200" dirty="0"/>
              <a:t>Co2 _saved</a:t>
            </a:r>
          </a:p>
          <a:p>
            <a:pPr algn="ctr"/>
            <a:r>
              <a:rPr lang="en-US" sz="1200" dirty="0" err="1"/>
              <a:t>Recorded_date</a:t>
            </a:r>
            <a:endParaRPr lang="en-US" sz="1200" dirty="0"/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AAC00117-1F1B-4848-BBAB-91D5B4E7786A}"/>
              </a:ext>
            </a:extLst>
          </p:cNvPr>
          <p:cNvSpPr/>
          <p:nvPr/>
        </p:nvSpPr>
        <p:spPr>
          <a:xfrm>
            <a:off x="9366928" y="1768836"/>
            <a:ext cx="1281056" cy="566521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Impacts 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362F592-D622-4B91-8295-69F383F295E5}"/>
              </a:ext>
            </a:extLst>
          </p:cNvPr>
          <p:cNvCxnSpPr>
            <a:cxnSpLocks/>
          </p:cNvCxnSpPr>
          <p:nvPr/>
        </p:nvCxnSpPr>
        <p:spPr>
          <a:xfrm>
            <a:off x="818889" y="544615"/>
            <a:ext cx="10919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45973BE-6345-488A-A607-69AF967F7ED6}"/>
              </a:ext>
            </a:extLst>
          </p:cNvPr>
          <p:cNvCxnSpPr>
            <a:cxnSpLocks/>
          </p:cNvCxnSpPr>
          <p:nvPr/>
        </p:nvCxnSpPr>
        <p:spPr>
          <a:xfrm>
            <a:off x="1102659" y="753035"/>
            <a:ext cx="5244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1584DB4-834D-4DAF-BF7D-68931E7D7B1A}"/>
              </a:ext>
            </a:extLst>
          </p:cNvPr>
          <p:cNvCxnSpPr>
            <a:cxnSpLocks/>
            <a:stCxn id="17" idx="2"/>
            <a:endCxn id="24" idx="0"/>
          </p:cNvCxnSpPr>
          <p:nvPr/>
        </p:nvCxnSpPr>
        <p:spPr>
          <a:xfrm>
            <a:off x="3765780" y="900954"/>
            <a:ext cx="4772" cy="5109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F129C2DA-5D6C-4082-9FBF-20420D9144AA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9804100" y="1155599"/>
            <a:ext cx="1043186" cy="2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50405E6F-5358-454A-9D0C-E0D75BDBFBFC}"/>
              </a:ext>
            </a:extLst>
          </p:cNvPr>
          <p:cNvCxnSpPr>
            <a:cxnSpLocks/>
            <a:stCxn id="31" idx="3"/>
            <a:endCxn id="6" idx="1"/>
          </p:cNvCxnSpPr>
          <p:nvPr/>
        </p:nvCxnSpPr>
        <p:spPr>
          <a:xfrm>
            <a:off x="9430041" y="3910166"/>
            <a:ext cx="383605" cy="20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Diamond 154">
            <a:extLst>
              <a:ext uri="{FF2B5EF4-FFF2-40B4-BE49-F238E27FC236}">
                <a16:creationId xmlns:a16="http://schemas.microsoft.com/office/drawing/2014/main" id="{0AE1507A-E638-4FD9-A05F-3863A715B29F}"/>
              </a:ext>
            </a:extLst>
          </p:cNvPr>
          <p:cNvSpPr/>
          <p:nvPr/>
        </p:nvSpPr>
        <p:spPr>
          <a:xfrm>
            <a:off x="10734391" y="2368815"/>
            <a:ext cx="1375702" cy="671358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Project_Categories</a:t>
            </a:r>
            <a:r>
              <a:rPr lang="en-US" sz="1100" dirty="0"/>
              <a:t> 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D0D39D58-258E-43BB-801B-ACBE944ECA5B}"/>
              </a:ext>
            </a:extLst>
          </p:cNvPr>
          <p:cNvCxnSpPr>
            <a:cxnSpLocks/>
            <a:stCxn id="17" idx="1"/>
            <a:endCxn id="17" idx="1"/>
          </p:cNvCxnSpPr>
          <p:nvPr/>
        </p:nvCxnSpPr>
        <p:spPr>
          <a:xfrm>
            <a:off x="3138513" y="52105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98030EB2-0E01-4A82-994B-DF6B7624DF3C}"/>
              </a:ext>
            </a:extLst>
          </p:cNvPr>
          <p:cNvCxnSpPr>
            <a:cxnSpLocks/>
          </p:cNvCxnSpPr>
          <p:nvPr/>
        </p:nvCxnSpPr>
        <p:spPr>
          <a:xfrm>
            <a:off x="3150935" y="452996"/>
            <a:ext cx="12421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73DA91FC-5E88-4237-AF1B-C6A6D70CEC49}"/>
              </a:ext>
            </a:extLst>
          </p:cNvPr>
          <p:cNvCxnSpPr>
            <a:cxnSpLocks/>
          </p:cNvCxnSpPr>
          <p:nvPr/>
        </p:nvCxnSpPr>
        <p:spPr>
          <a:xfrm>
            <a:off x="3408814" y="652192"/>
            <a:ext cx="8121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5437B134-4A11-4963-8E15-4F752789FB6F}"/>
              </a:ext>
            </a:extLst>
          </p:cNvPr>
          <p:cNvCxnSpPr>
            <a:cxnSpLocks/>
          </p:cNvCxnSpPr>
          <p:nvPr/>
        </p:nvCxnSpPr>
        <p:spPr>
          <a:xfrm>
            <a:off x="3015358" y="2865818"/>
            <a:ext cx="10539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4276D0DC-BCD4-430B-AD59-DC3D369B0785}"/>
              </a:ext>
            </a:extLst>
          </p:cNvPr>
          <p:cNvCxnSpPr>
            <a:cxnSpLocks/>
          </p:cNvCxnSpPr>
          <p:nvPr/>
        </p:nvCxnSpPr>
        <p:spPr>
          <a:xfrm>
            <a:off x="3332163" y="3052500"/>
            <a:ext cx="429709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B25A3123-020D-4686-93F8-7E1CFBA94593}"/>
              </a:ext>
            </a:extLst>
          </p:cNvPr>
          <p:cNvCxnSpPr>
            <a:cxnSpLocks/>
          </p:cNvCxnSpPr>
          <p:nvPr/>
        </p:nvCxnSpPr>
        <p:spPr>
          <a:xfrm>
            <a:off x="600362" y="5578397"/>
            <a:ext cx="12212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B5EE835A-E100-4606-B676-387D8D3F03D6}"/>
              </a:ext>
            </a:extLst>
          </p:cNvPr>
          <p:cNvCxnSpPr/>
          <p:nvPr/>
        </p:nvCxnSpPr>
        <p:spPr>
          <a:xfrm>
            <a:off x="923994" y="5799258"/>
            <a:ext cx="59076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84B8B423-479A-4389-9FA6-1D48F2B25C07}"/>
              </a:ext>
            </a:extLst>
          </p:cNvPr>
          <p:cNvCxnSpPr>
            <a:cxnSpLocks/>
          </p:cNvCxnSpPr>
          <p:nvPr/>
        </p:nvCxnSpPr>
        <p:spPr>
          <a:xfrm>
            <a:off x="3332161" y="6141133"/>
            <a:ext cx="13226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781FC337-4753-4FA0-876F-A59BF17C9049}"/>
              </a:ext>
            </a:extLst>
          </p:cNvPr>
          <p:cNvCxnSpPr/>
          <p:nvPr/>
        </p:nvCxnSpPr>
        <p:spPr>
          <a:xfrm>
            <a:off x="6807315" y="28238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B5C50FA1-ACFE-4E12-8E6F-3E218B3AE64A}"/>
              </a:ext>
            </a:extLst>
          </p:cNvPr>
          <p:cNvCxnSpPr>
            <a:cxnSpLocks/>
          </p:cNvCxnSpPr>
          <p:nvPr/>
        </p:nvCxnSpPr>
        <p:spPr>
          <a:xfrm>
            <a:off x="6807315" y="476527"/>
            <a:ext cx="13008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6AC97327-0BB2-4DEE-B571-B6FA1DAC563A}"/>
              </a:ext>
            </a:extLst>
          </p:cNvPr>
          <p:cNvCxnSpPr/>
          <p:nvPr/>
        </p:nvCxnSpPr>
        <p:spPr>
          <a:xfrm>
            <a:off x="7120249" y="693503"/>
            <a:ext cx="6874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7" name="Connector: Elbow 366">
            <a:extLst>
              <a:ext uri="{FF2B5EF4-FFF2-40B4-BE49-F238E27FC236}">
                <a16:creationId xmlns:a16="http://schemas.microsoft.com/office/drawing/2014/main" id="{31B82D4C-2FAC-49BB-8CD3-4C23F499215B}"/>
              </a:ext>
            </a:extLst>
          </p:cNvPr>
          <p:cNvCxnSpPr>
            <a:cxnSpLocks/>
            <a:stCxn id="26" idx="1"/>
            <a:endCxn id="8" idx="1"/>
          </p:cNvCxnSpPr>
          <p:nvPr/>
        </p:nvCxnSpPr>
        <p:spPr>
          <a:xfrm rot="10800000" flipH="1" flipV="1">
            <a:off x="2833240" y="5111557"/>
            <a:ext cx="498921" cy="1090901"/>
          </a:xfrm>
          <a:prstGeom prst="bentConnector3">
            <a:avLst>
              <a:gd name="adj1" fmla="val -458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: Elbow 370">
            <a:extLst>
              <a:ext uri="{FF2B5EF4-FFF2-40B4-BE49-F238E27FC236}">
                <a16:creationId xmlns:a16="http://schemas.microsoft.com/office/drawing/2014/main" id="{D99B1FBB-A515-487E-9920-32A8DFDC0DE1}"/>
              </a:ext>
            </a:extLst>
          </p:cNvPr>
          <p:cNvCxnSpPr>
            <a:cxnSpLocks/>
            <a:stCxn id="21" idx="2"/>
            <a:endCxn id="16" idx="1"/>
          </p:cNvCxnSpPr>
          <p:nvPr/>
        </p:nvCxnSpPr>
        <p:spPr>
          <a:xfrm rot="5400000">
            <a:off x="-568316" y="4539687"/>
            <a:ext cx="2489394" cy="160443"/>
          </a:xfrm>
          <a:prstGeom prst="bentConnector4">
            <a:avLst>
              <a:gd name="adj1" fmla="val 37880"/>
              <a:gd name="adj2" fmla="val 24248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: Elbow 376">
            <a:extLst>
              <a:ext uri="{FF2B5EF4-FFF2-40B4-BE49-F238E27FC236}">
                <a16:creationId xmlns:a16="http://schemas.microsoft.com/office/drawing/2014/main" id="{F4804BDF-48A2-44BA-9520-4792EC718567}"/>
              </a:ext>
            </a:extLst>
          </p:cNvPr>
          <p:cNvCxnSpPr>
            <a:stCxn id="21" idx="0"/>
            <a:endCxn id="15" idx="2"/>
          </p:cNvCxnSpPr>
          <p:nvPr/>
        </p:nvCxnSpPr>
        <p:spPr>
          <a:xfrm rot="5400000" flipH="1" flipV="1">
            <a:off x="435104" y="1888090"/>
            <a:ext cx="1243857" cy="60086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: Elbow 378">
            <a:extLst>
              <a:ext uri="{FF2B5EF4-FFF2-40B4-BE49-F238E27FC236}">
                <a16:creationId xmlns:a16="http://schemas.microsoft.com/office/drawing/2014/main" id="{FDC015A6-594E-4D52-936A-6CB97312B305}"/>
              </a:ext>
            </a:extLst>
          </p:cNvPr>
          <p:cNvCxnSpPr>
            <a:cxnSpLocks/>
            <a:stCxn id="23" idx="2"/>
          </p:cNvCxnSpPr>
          <p:nvPr/>
        </p:nvCxnSpPr>
        <p:spPr>
          <a:xfrm rot="16200000" flipH="1">
            <a:off x="2181400" y="2514987"/>
            <a:ext cx="553006" cy="11439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: Elbow 380">
            <a:extLst>
              <a:ext uri="{FF2B5EF4-FFF2-40B4-BE49-F238E27FC236}">
                <a16:creationId xmlns:a16="http://schemas.microsoft.com/office/drawing/2014/main" id="{25D8DEEE-4979-473B-B298-292550B81232}"/>
              </a:ext>
            </a:extLst>
          </p:cNvPr>
          <p:cNvCxnSpPr>
            <a:cxnSpLocks/>
            <a:stCxn id="22" idx="0"/>
          </p:cNvCxnSpPr>
          <p:nvPr/>
        </p:nvCxnSpPr>
        <p:spPr>
          <a:xfrm rot="5400000" flipH="1" flipV="1">
            <a:off x="2166423" y="3295079"/>
            <a:ext cx="558044" cy="11217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64AF11B7-226B-46A6-99A7-1635059A7321}"/>
              </a:ext>
            </a:extLst>
          </p:cNvPr>
          <p:cNvCxnSpPr>
            <a:stCxn id="24" idx="1"/>
          </p:cNvCxnSpPr>
          <p:nvPr/>
        </p:nvCxnSpPr>
        <p:spPr>
          <a:xfrm>
            <a:off x="3251457" y="1707782"/>
            <a:ext cx="0" cy="914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: Elbow 402">
            <a:extLst>
              <a:ext uri="{FF2B5EF4-FFF2-40B4-BE49-F238E27FC236}">
                <a16:creationId xmlns:a16="http://schemas.microsoft.com/office/drawing/2014/main" id="{FAC73817-737F-43D9-B0BA-63413B0E7ADA}"/>
              </a:ext>
            </a:extLst>
          </p:cNvPr>
          <p:cNvCxnSpPr>
            <a:stCxn id="25" idx="2"/>
          </p:cNvCxnSpPr>
          <p:nvPr/>
        </p:nvCxnSpPr>
        <p:spPr>
          <a:xfrm rot="16200000" flipH="1">
            <a:off x="6096587" y="324694"/>
            <a:ext cx="263907" cy="11575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: Elbow 406">
            <a:extLst>
              <a:ext uri="{FF2B5EF4-FFF2-40B4-BE49-F238E27FC236}">
                <a16:creationId xmlns:a16="http://schemas.microsoft.com/office/drawing/2014/main" id="{8AD5E85D-5D17-4801-A34B-C6103EE3B1B2}"/>
              </a:ext>
            </a:extLst>
          </p:cNvPr>
          <p:cNvCxnSpPr>
            <a:stCxn id="15" idx="3"/>
            <a:endCxn id="23" idx="3"/>
          </p:cNvCxnSpPr>
          <p:nvPr/>
        </p:nvCxnSpPr>
        <p:spPr>
          <a:xfrm>
            <a:off x="1896035" y="924488"/>
            <a:ext cx="528481" cy="1617016"/>
          </a:xfrm>
          <a:prstGeom prst="bentConnector3">
            <a:avLst>
              <a:gd name="adj1" fmla="val 14325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: Elbow 413">
            <a:extLst>
              <a:ext uri="{FF2B5EF4-FFF2-40B4-BE49-F238E27FC236}">
                <a16:creationId xmlns:a16="http://schemas.microsoft.com/office/drawing/2014/main" id="{64D82924-E1FE-4795-A548-546C05645AD5}"/>
              </a:ext>
            </a:extLst>
          </p:cNvPr>
          <p:cNvCxnSpPr>
            <a:stCxn id="28" idx="1"/>
            <a:endCxn id="4" idx="2"/>
          </p:cNvCxnSpPr>
          <p:nvPr/>
        </p:nvCxnSpPr>
        <p:spPr>
          <a:xfrm rot="10800000">
            <a:off x="3534529" y="3829076"/>
            <a:ext cx="581140" cy="7547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DEB94081-D6EF-4409-8F2A-AE3F76C7CD06}"/>
              </a:ext>
            </a:extLst>
          </p:cNvPr>
          <p:cNvCxnSpPr>
            <a:cxnSpLocks/>
            <a:stCxn id="27" idx="0"/>
          </p:cNvCxnSpPr>
          <p:nvPr/>
        </p:nvCxnSpPr>
        <p:spPr>
          <a:xfrm>
            <a:off x="5007522" y="2259098"/>
            <a:ext cx="10151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890FA401-A41F-47B3-9B3A-CE1EB6FCD881}"/>
              </a:ext>
            </a:extLst>
          </p:cNvPr>
          <p:cNvCxnSpPr>
            <a:cxnSpLocks/>
          </p:cNvCxnSpPr>
          <p:nvPr/>
        </p:nvCxnSpPr>
        <p:spPr>
          <a:xfrm>
            <a:off x="6022664" y="2259097"/>
            <a:ext cx="130083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7" name="Connector: Elbow 446">
            <a:extLst>
              <a:ext uri="{FF2B5EF4-FFF2-40B4-BE49-F238E27FC236}">
                <a16:creationId xmlns:a16="http://schemas.microsoft.com/office/drawing/2014/main" id="{90639D60-400A-4549-8DF3-00E5E301EA1A}"/>
              </a:ext>
            </a:extLst>
          </p:cNvPr>
          <p:cNvCxnSpPr>
            <a:endCxn id="25" idx="1"/>
          </p:cNvCxnSpPr>
          <p:nvPr/>
        </p:nvCxnSpPr>
        <p:spPr>
          <a:xfrm flipV="1">
            <a:off x="4393046" y="476527"/>
            <a:ext cx="611916" cy="29498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: Elbow 464">
            <a:extLst>
              <a:ext uri="{FF2B5EF4-FFF2-40B4-BE49-F238E27FC236}">
                <a16:creationId xmlns:a16="http://schemas.microsoft.com/office/drawing/2014/main" id="{C9D76D5F-C6B7-4D3C-A121-9C214186175F}"/>
              </a:ext>
            </a:extLst>
          </p:cNvPr>
          <p:cNvCxnSpPr>
            <a:cxnSpLocks/>
            <a:stCxn id="27" idx="2"/>
          </p:cNvCxnSpPr>
          <p:nvPr/>
        </p:nvCxnSpPr>
        <p:spPr>
          <a:xfrm rot="5400000">
            <a:off x="4211245" y="2632721"/>
            <a:ext cx="638737" cy="9538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: Elbow 473">
            <a:extLst>
              <a:ext uri="{FF2B5EF4-FFF2-40B4-BE49-F238E27FC236}">
                <a16:creationId xmlns:a16="http://schemas.microsoft.com/office/drawing/2014/main" id="{C4EC23A8-4BA5-4951-A587-C12B6E5B59C2}"/>
              </a:ext>
            </a:extLst>
          </p:cNvPr>
          <p:cNvCxnSpPr>
            <a:cxnSpLocks/>
            <a:stCxn id="32" idx="2"/>
            <a:endCxn id="12" idx="0"/>
          </p:cNvCxnSpPr>
          <p:nvPr/>
        </p:nvCxnSpPr>
        <p:spPr>
          <a:xfrm rot="5400000">
            <a:off x="7680263" y="431681"/>
            <a:ext cx="443731" cy="245808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B1636E52-EE81-41C1-BC93-8C80000E7E23}"/>
              </a:ext>
            </a:extLst>
          </p:cNvPr>
          <p:cNvCxnSpPr>
            <a:cxnSpLocks/>
          </p:cNvCxnSpPr>
          <p:nvPr/>
        </p:nvCxnSpPr>
        <p:spPr>
          <a:xfrm>
            <a:off x="10847286" y="1325646"/>
            <a:ext cx="115995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5" name="Straight Connector 484">
            <a:extLst>
              <a:ext uri="{FF2B5EF4-FFF2-40B4-BE49-F238E27FC236}">
                <a16:creationId xmlns:a16="http://schemas.microsoft.com/office/drawing/2014/main" id="{B200FD16-FCA9-4CE8-BED2-E5ED8CB6349E}"/>
              </a:ext>
            </a:extLst>
          </p:cNvPr>
          <p:cNvCxnSpPr>
            <a:cxnSpLocks/>
          </p:cNvCxnSpPr>
          <p:nvPr/>
        </p:nvCxnSpPr>
        <p:spPr>
          <a:xfrm>
            <a:off x="11106509" y="1512560"/>
            <a:ext cx="66480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2" name="Connector: Elbow 491">
            <a:extLst>
              <a:ext uri="{FF2B5EF4-FFF2-40B4-BE49-F238E27FC236}">
                <a16:creationId xmlns:a16="http://schemas.microsoft.com/office/drawing/2014/main" id="{60F50AB7-22F7-495C-B998-5909529F7939}"/>
              </a:ext>
            </a:extLst>
          </p:cNvPr>
          <p:cNvCxnSpPr>
            <a:cxnSpLocks/>
            <a:stCxn id="34" idx="0"/>
            <a:endCxn id="19" idx="1"/>
          </p:cNvCxnSpPr>
          <p:nvPr/>
        </p:nvCxnSpPr>
        <p:spPr>
          <a:xfrm rot="5400000" flipH="1" flipV="1">
            <a:off x="10289265" y="1210815"/>
            <a:ext cx="276213" cy="8398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Connector 502">
            <a:extLst>
              <a:ext uri="{FF2B5EF4-FFF2-40B4-BE49-F238E27FC236}">
                <a16:creationId xmlns:a16="http://schemas.microsoft.com/office/drawing/2014/main" id="{8813CF34-FBF7-4E4D-9AC4-22C93B9D784B}"/>
              </a:ext>
            </a:extLst>
          </p:cNvPr>
          <p:cNvCxnSpPr>
            <a:cxnSpLocks/>
          </p:cNvCxnSpPr>
          <p:nvPr/>
        </p:nvCxnSpPr>
        <p:spPr>
          <a:xfrm>
            <a:off x="6311784" y="2448640"/>
            <a:ext cx="7724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29A08090-6EC7-4AD8-947D-AC90DBD53CF7}"/>
              </a:ext>
            </a:extLst>
          </p:cNvPr>
          <p:cNvCxnSpPr>
            <a:cxnSpLocks/>
          </p:cNvCxnSpPr>
          <p:nvPr/>
        </p:nvCxnSpPr>
        <p:spPr>
          <a:xfrm>
            <a:off x="7616564" y="2259097"/>
            <a:ext cx="156007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8" name="Straight Connector 507">
            <a:extLst>
              <a:ext uri="{FF2B5EF4-FFF2-40B4-BE49-F238E27FC236}">
                <a16:creationId xmlns:a16="http://schemas.microsoft.com/office/drawing/2014/main" id="{CEC94668-0D88-4E3A-B7FC-2E9E68B72C78}"/>
              </a:ext>
            </a:extLst>
          </p:cNvPr>
          <p:cNvCxnSpPr>
            <a:cxnSpLocks/>
          </p:cNvCxnSpPr>
          <p:nvPr/>
        </p:nvCxnSpPr>
        <p:spPr>
          <a:xfrm>
            <a:off x="8077834" y="2436655"/>
            <a:ext cx="62794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4" name="Connector: Elbow 513">
            <a:extLst>
              <a:ext uri="{FF2B5EF4-FFF2-40B4-BE49-F238E27FC236}">
                <a16:creationId xmlns:a16="http://schemas.microsoft.com/office/drawing/2014/main" id="{7883FB18-C45D-45D7-A37D-0B6898686914}"/>
              </a:ext>
            </a:extLst>
          </p:cNvPr>
          <p:cNvCxnSpPr>
            <a:cxnSpLocks/>
            <a:stCxn id="34" idx="2"/>
            <a:endCxn id="33" idx="3"/>
          </p:cNvCxnSpPr>
          <p:nvPr/>
        </p:nvCxnSpPr>
        <p:spPr>
          <a:xfrm rot="5400000">
            <a:off x="9505782" y="2006217"/>
            <a:ext cx="172535" cy="83081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Connector 524">
            <a:extLst>
              <a:ext uri="{FF2B5EF4-FFF2-40B4-BE49-F238E27FC236}">
                <a16:creationId xmlns:a16="http://schemas.microsoft.com/office/drawing/2014/main" id="{1415D5DE-91D0-4CF9-BF5D-B1E90B16AB10}"/>
              </a:ext>
            </a:extLst>
          </p:cNvPr>
          <p:cNvCxnSpPr>
            <a:cxnSpLocks/>
            <a:stCxn id="19" idx="2"/>
            <a:endCxn id="155" idx="0"/>
          </p:cNvCxnSpPr>
          <p:nvPr/>
        </p:nvCxnSpPr>
        <p:spPr>
          <a:xfrm flipH="1">
            <a:off x="11422242" y="1949823"/>
            <a:ext cx="5020" cy="418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: Elbow 531">
            <a:extLst>
              <a:ext uri="{FF2B5EF4-FFF2-40B4-BE49-F238E27FC236}">
                <a16:creationId xmlns:a16="http://schemas.microsoft.com/office/drawing/2014/main" id="{4BBFACDF-3587-4943-9EBC-8763F57D6A03}"/>
              </a:ext>
            </a:extLst>
          </p:cNvPr>
          <p:cNvCxnSpPr>
            <a:cxnSpLocks/>
            <a:stCxn id="155" idx="2"/>
            <a:endCxn id="6" idx="3"/>
          </p:cNvCxnSpPr>
          <p:nvPr/>
        </p:nvCxnSpPr>
        <p:spPr>
          <a:xfrm rot="5400000">
            <a:off x="10833494" y="3342211"/>
            <a:ext cx="890786" cy="28671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58296BE9-3321-44A7-9B37-786872755428}"/>
              </a:ext>
            </a:extLst>
          </p:cNvPr>
          <p:cNvCxnSpPr/>
          <p:nvPr/>
        </p:nvCxnSpPr>
        <p:spPr>
          <a:xfrm>
            <a:off x="9813647" y="3650401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Straight Connector 573">
            <a:extLst>
              <a:ext uri="{FF2B5EF4-FFF2-40B4-BE49-F238E27FC236}">
                <a16:creationId xmlns:a16="http://schemas.microsoft.com/office/drawing/2014/main" id="{E3C1B191-A54A-4471-8644-70A5800E3CC7}"/>
              </a:ext>
            </a:extLst>
          </p:cNvPr>
          <p:cNvCxnSpPr>
            <a:cxnSpLocks/>
          </p:cNvCxnSpPr>
          <p:nvPr/>
        </p:nvCxnSpPr>
        <p:spPr>
          <a:xfrm flipH="1">
            <a:off x="9804100" y="3862412"/>
            <a:ext cx="13218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6" name="Straight Connector 575">
            <a:extLst>
              <a:ext uri="{FF2B5EF4-FFF2-40B4-BE49-F238E27FC236}">
                <a16:creationId xmlns:a16="http://schemas.microsoft.com/office/drawing/2014/main" id="{5B261E32-EDB6-4715-B793-3E5C2749DBAF}"/>
              </a:ext>
            </a:extLst>
          </p:cNvPr>
          <p:cNvCxnSpPr>
            <a:cxnSpLocks/>
          </p:cNvCxnSpPr>
          <p:nvPr/>
        </p:nvCxnSpPr>
        <p:spPr>
          <a:xfrm>
            <a:off x="10105124" y="4042950"/>
            <a:ext cx="7389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5" name="Connector: Elbow 604">
            <a:extLst>
              <a:ext uri="{FF2B5EF4-FFF2-40B4-BE49-F238E27FC236}">
                <a16:creationId xmlns:a16="http://schemas.microsoft.com/office/drawing/2014/main" id="{E00F785A-028A-4651-AF2F-108FFD5EAB35}"/>
              </a:ext>
            </a:extLst>
          </p:cNvPr>
          <p:cNvCxnSpPr>
            <a:cxnSpLocks/>
            <a:stCxn id="30" idx="1"/>
            <a:endCxn id="6" idx="2"/>
          </p:cNvCxnSpPr>
          <p:nvPr/>
        </p:nvCxnSpPr>
        <p:spPr>
          <a:xfrm rot="10800000" flipH="1">
            <a:off x="9521487" y="4388160"/>
            <a:ext cx="953101" cy="735455"/>
          </a:xfrm>
          <a:prstGeom prst="bentConnector4">
            <a:avLst>
              <a:gd name="adj1" fmla="val -23985"/>
              <a:gd name="adj2" fmla="val 661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987CABA3-A693-4EFC-A80A-80BAC2E14245}"/>
              </a:ext>
            </a:extLst>
          </p:cNvPr>
          <p:cNvCxnSpPr>
            <a:cxnSpLocks/>
          </p:cNvCxnSpPr>
          <p:nvPr/>
        </p:nvCxnSpPr>
        <p:spPr>
          <a:xfrm>
            <a:off x="6072376" y="3596164"/>
            <a:ext cx="17866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8" name="Straight Connector 627">
            <a:extLst>
              <a:ext uri="{FF2B5EF4-FFF2-40B4-BE49-F238E27FC236}">
                <a16:creationId xmlns:a16="http://schemas.microsoft.com/office/drawing/2014/main" id="{7BA43FB2-BB6C-4023-A681-CF5C3E7A8894}"/>
              </a:ext>
            </a:extLst>
          </p:cNvPr>
          <p:cNvCxnSpPr>
            <a:cxnSpLocks/>
          </p:cNvCxnSpPr>
          <p:nvPr/>
        </p:nvCxnSpPr>
        <p:spPr>
          <a:xfrm>
            <a:off x="6698023" y="3776195"/>
            <a:ext cx="60064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9" name="Connector: Elbow 638">
            <a:extLst>
              <a:ext uri="{FF2B5EF4-FFF2-40B4-BE49-F238E27FC236}">
                <a16:creationId xmlns:a16="http://schemas.microsoft.com/office/drawing/2014/main" id="{474D484D-080F-4D2B-9B35-F14B74C94E07}"/>
              </a:ext>
            </a:extLst>
          </p:cNvPr>
          <p:cNvCxnSpPr>
            <a:cxnSpLocks/>
            <a:stCxn id="30" idx="2"/>
            <a:endCxn id="10" idx="1"/>
          </p:cNvCxnSpPr>
          <p:nvPr/>
        </p:nvCxnSpPr>
        <p:spPr>
          <a:xfrm rot="16200000" flipH="1">
            <a:off x="10224003" y="5375957"/>
            <a:ext cx="675031" cy="64424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: Elbow 648">
            <a:extLst>
              <a:ext uri="{FF2B5EF4-FFF2-40B4-BE49-F238E27FC236}">
                <a16:creationId xmlns:a16="http://schemas.microsoft.com/office/drawing/2014/main" id="{7975B4DD-BEFF-4810-8553-E6BFED36ADF8}"/>
              </a:ext>
            </a:extLst>
          </p:cNvPr>
          <p:cNvCxnSpPr>
            <a:cxnSpLocks/>
            <a:stCxn id="29" idx="2"/>
          </p:cNvCxnSpPr>
          <p:nvPr/>
        </p:nvCxnSpPr>
        <p:spPr>
          <a:xfrm rot="16200000" flipH="1">
            <a:off x="9485420" y="4929175"/>
            <a:ext cx="330009" cy="24664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Straight Connector 667">
            <a:extLst>
              <a:ext uri="{FF2B5EF4-FFF2-40B4-BE49-F238E27FC236}">
                <a16:creationId xmlns:a16="http://schemas.microsoft.com/office/drawing/2014/main" id="{4EA90C95-0CA6-4DC0-A730-37950310792B}"/>
              </a:ext>
            </a:extLst>
          </p:cNvPr>
          <p:cNvCxnSpPr>
            <a:cxnSpLocks/>
          </p:cNvCxnSpPr>
          <p:nvPr/>
        </p:nvCxnSpPr>
        <p:spPr>
          <a:xfrm>
            <a:off x="5954077" y="5997387"/>
            <a:ext cx="12585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1" name="Straight Connector 670">
            <a:extLst>
              <a:ext uri="{FF2B5EF4-FFF2-40B4-BE49-F238E27FC236}">
                <a16:creationId xmlns:a16="http://schemas.microsoft.com/office/drawing/2014/main" id="{3A579826-2B03-477F-AA48-9AF028E81FCD}"/>
              </a:ext>
            </a:extLst>
          </p:cNvPr>
          <p:cNvCxnSpPr/>
          <p:nvPr/>
        </p:nvCxnSpPr>
        <p:spPr>
          <a:xfrm>
            <a:off x="6358321" y="6151218"/>
            <a:ext cx="4323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5" name="Connector: Elbow 674">
            <a:extLst>
              <a:ext uri="{FF2B5EF4-FFF2-40B4-BE49-F238E27FC236}">
                <a16:creationId xmlns:a16="http://schemas.microsoft.com/office/drawing/2014/main" id="{AD8F1D39-C75E-481A-94AA-D20332E1CE6A}"/>
              </a:ext>
            </a:extLst>
          </p:cNvPr>
          <p:cNvCxnSpPr>
            <a:stCxn id="26" idx="3"/>
          </p:cNvCxnSpPr>
          <p:nvPr/>
        </p:nvCxnSpPr>
        <p:spPr>
          <a:xfrm>
            <a:off x="3814867" y="5111558"/>
            <a:ext cx="2135904" cy="135647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: Elbow 676">
            <a:extLst>
              <a:ext uri="{FF2B5EF4-FFF2-40B4-BE49-F238E27FC236}">
                <a16:creationId xmlns:a16="http://schemas.microsoft.com/office/drawing/2014/main" id="{2E956065-ED95-43A5-87AE-18B7E98DA8DE}"/>
              </a:ext>
            </a:extLst>
          </p:cNvPr>
          <p:cNvCxnSpPr>
            <a:stCxn id="28" idx="3"/>
            <a:endCxn id="7" idx="1"/>
          </p:cNvCxnSpPr>
          <p:nvPr/>
        </p:nvCxnSpPr>
        <p:spPr>
          <a:xfrm>
            <a:off x="5184969" y="4583780"/>
            <a:ext cx="769108" cy="156743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: Elbow 685">
            <a:extLst>
              <a:ext uri="{FF2B5EF4-FFF2-40B4-BE49-F238E27FC236}">
                <a16:creationId xmlns:a16="http://schemas.microsoft.com/office/drawing/2014/main" id="{BE5994B5-2AE4-4F7F-A401-A4BD68682DEA}"/>
              </a:ext>
            </a:extLst>
          </p:cNvPr>
          <p:cNvCxnSpPr>
            <a:stCxn id="29" idx="0"/>
            <a:endCxn id="7" idx="0"/>
          </p:cNvCxnSpPr>
          <p:nvPr/>
        </p:nvCxnSpPr>
        <p:spPr>
          <a:xfrm rot="16200000" flipH="1" flipV="1">
            <a:off x="7430699" y="4670498"/>
            <a:ext cx="130298" cy="1842719"/>
          </a:xfrm>
          <a:prstGeom prst="bentConnector3">
            <a:avLst>
              <a:gd name="adj1" fmla="val -17544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1" name="Straight Connector 690">
            <a:extLst>
              <a:ext uri="{FF2B5EF4-FFF2-40B4-BE49-F238E27FC236}">
                <a16:creationId xmlns:a16="http://schemas.microsoft.com/office/drawing/2014/main" id="{F82AC7B1-2789-46F0-8A61-FFD950E73B58}"/>
              </a:ext>
            </a:extLst>
          </p:cNvPr>
          <p:cNvCxnSpPr>
            <a:cxnSpLocks/>
          </p:cNvCxnSpPr>
          <p:nvPr/>
        </p:nvCxnSpPr>
        <p:spPr>
          <a:xfrm>
            <a:off x="10883642" y="5755062"/>
            <a:ext cx="11738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3" name="Straight Connector 692">
            <a:extLst>
              <a:ext uri="{FF2B5EF4-FFF2-40B4-BE49-F238E27FC236}">
                <a16:creationId xmlns:a16="http://schemas.microsoft.com/office/drawing/2014/main" id="{CC9A6DC6-6196-4B8C-AC47-27565A12B682}"/>
              </a:ext>
            </a:extLst>
          </p:cNvPr>
          <p:cNvCxnSpPr/>
          <p:nvPr/>
        </p:nvCxnSpPr>
        <p:spPr>
          <a:xfrm>
            <a:off x="11125985" y="5949871"/>
            <a:ext cx="69650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1" name="Connector: Elbow 510">
            <a:extLst>
              <a:ext uri="{FF2B5EF4-FFF2-40B4-BE49-F238E27FC236}">
                <a16:creationId xmlns:a16="http://schemas.microsoft.com/office/drawing/2014/main" id="{4DD64D50-15D4-54CD-801D-A6991E79FD4E}"/>
              </a:ext>
            </a:extLst>
          </p:cNvPr>
          <p:cNvCxnSpPr>
            <a:cxnSpLocks/>
          </p:cNvCxnSpPr>
          <p:nvPr/>
        </p:nvCxnSpPr>
        <p:spPr>
          <a:xfrm rot="5400000">
            <a:off x="1057343" y="5266837"/>
            <a:ext cx="1604113" cy="73270"/>
          </a:xfrm>
          <a:prstGeom prst="bentConnector3">
            <a:avLst>
              <a:gd name="adj1" fmla="val 10205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2FB3D84C-16D3-B0D5-88C2-A751B9CE6CA3}"/>
              </a:ext>
            </a:extLst>
          </p:cNvPr>
          <p:cNvCxnSpPr>
            <a:cxnSpLocks/>
          </p:cNvCxnSpPr>
          <p:nvPr/>
        </p:nvCxnSpPr>
        <p:spPr>
          <a:xfrm rot="5400000">
            <a:off x="1029962" y="5266837"/>
            <a:ext cx="1604113" cy="73270"/>
          </a:xfrm>
          <a:prstGeom prst="bentConnector3">
            <a:avLst>
              <a:gd name="adj1" fmla="val 10071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4B096D52-2C72-F94D-4A55-8CE654DD896D}"/>
              </a:ext>
            </a:extLst>
          </p:cNvPr>
          <p:cNvCxnSpPr>
            <a:stCxn id="31" idx="1"/>
            <a:endCxn id="9" idx="2"/>
          </p:cNvCxnSpPr>
          <p:nvPr/>
        </p:nvCxnSpPr>
        <p:spPr>
          <a:xfrm rot="10800000" flipV="1">
            <a:off x="6965722" y="3910166"/>
            <a:ext cx="1142435" cy="742536"/>
          </a:xfrm>
          <a:prstGeom prst="bentConnector4">
            <a:avLst>
              <a:gd name="adj1" fmla="val 10902"/>
              <a:gd name="adj2" fmla="val 1307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1105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161</Words>
  <Application>Microsoft Office PowerPoint</Application>
  <PresentationFormat>Widescreen</PresentationFormat>
  <Paragraphs>71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Lab4PC</cp:lastModifiedBy>
  <cp:revision>21</cp:revision>
  <dcterms:created xsi:type="dcterms:W3CDTF">2025-10-10T16:56:22Z</dcterms:created>
  <dcterms:modified xsi:type="dcterms:W3CDTF">2025-10-15T07:09:40Z</dcterms:modified>
</cp:coreProperties>
</file>